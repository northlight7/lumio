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5F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supplied evidence supports this practical recommendation. Verify all denominators and record missing observations before making claims.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5F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follow-up to the analyst and explain the remaining uncertainty in the handover.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Lumio test fixture</dc:creator>
  <cp:lastModifiedBy>Lumio test fixture</cp:lastModifiedBy>
  <cp:revision>1</cp:revision>
  <dcterms:created xsi:type="dcterms:W3CDTF">2026-10-09T22:04:42Z</dcterms:created>
  <dcterms:modified xsi:type="dcterms:W3CDTF">2026-10-09T22:04:42Z</dcterms:modified>
</cp:coreProperties>
</file>